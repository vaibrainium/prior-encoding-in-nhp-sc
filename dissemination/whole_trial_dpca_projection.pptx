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40" d="100"/>
          <a:sy n="140" d="100"/>
        </p:scale>
        <p:origin x="96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B076E-33B1-99B0-A77A-75625EA27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6B1116-998B-2A40-023C-E61D3B5B7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B6836-8320-1948-3189-CBE31B31C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E593C-6385-19E8-5B68-A3720D907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0897B-C542-46FB-153A-59137B526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72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4412-315D-EEF6-AA18-DDE1B4487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FCBB5-8A32-656C-C95A-0B1F05909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8C575-1472-47BB-72BE-97FEC0EC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61E8D-AF4C-DDF0-ABEA-D122647E9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11C5B-DCBF-97C1-A957-10525546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19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1BF5F-CF34-A2FF-619D-E14A2E842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EE386-DB17-A31A-F28C-C041D58CB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D6839-2DC3-2611-AABB-7DC246BCD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C2C45-F905-1845-1AE5-DDFA17B48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001B6-87CF-4B30-0B10-5F9D19A6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83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91AC-849C-3329-DD89-18250A5E2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0F1F0-58B1-4FD4-456C-14C709610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D8C0F-D4D8-59C4-5BC9-BF0DC4348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70C43-C57B-B6BD-22D2-A021F8132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992D2-6F66-E116-44D2-611148C2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4D8F4-F690-1F21-289E-1AE3B331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87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090D-0626-983D-6561-692834AD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CD723-9467-7EF4-1E53-F93D375A5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BD71D-8735-922D-7805-627823322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76B2D-A257-526D-5BB5-E9E01C3992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6CE65-A572-DE5E-1888-1CFDCB738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B6F416-2542-0E76-9C25-24BA2D194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8E9DA-0B1D-A8C2-A7BA-6DB072E2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DFA664-A417-8EEF-7D4D-E946C244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34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57241-8424-F7F8-8EC7-E93331E46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2D26A-13F1-858F-9881-74467E90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4556E-DAA5-120D-38E7-848A4DD44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078FA-7845-6F65-0C8E-4D4BCE14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1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2D33EE-F9F7-5A4A-79F1-677C43792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1A4A36-A9F4-6A94-23B6-CA3F67FB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6E630-2A9E-6595-B91A-0AB27C56E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7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1CA6C-481A-DF6E-580C-0229A5A5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04AF6-913B-9B04-F388-E2BF4DDBD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EAA2BC-14A9-A3B7-D8AD-FBC0A4229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AC410-58E2-8D16-B066-BA305B482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9545-3745-2488-EEE4-41E8393BA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BEDB7-9333-AC2D-D1B8-F23105E0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09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52FE-AFF1-B943-6ABD-B94980E1C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47630C-F1E3-6200-E308-916A8D71C0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2FD43-4DE1-4C67-56AD-24EBA7030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731B9-312F-7EB7-99D9-2A6BCEC35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D8556-EC77-C12A-C121-A86F042BD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BD8F9-01AE-1EC3-3257-977045A1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96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0B6BB-1D9C-C435-D836-FC5B95C2F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34B42-78F3-1A5B-CD76-6407609C4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1C473-4AAF-FAC2-B394-3DC47720A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30BF0-EE32-CA07-0094-4FAF9A3B4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126D4-CE9E-73A4-59CE-E9095CE4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18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89F06E-06F4-BB77-C841-98E33E539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2918C-76B3-FE0F-205E-19F468EF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6558F-B1A4-89C1-DADC-BC309040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F7975-CBB2-FC80-A24C-C8E91C80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4E8E6-4E7A-DCD1-C42B-13B3C251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68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E1F6A7-C5FB-9A05-6CF9-74DB8E797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F8EBE-0E47-A1B8-A924-D46600653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82D65-CC84-3D47-6847-B6C200E84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70C56-5BC8-493C-A43A-E37516447C79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6CBA3-E65D-C701-8C96-9A56E2FE4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203B0-145C-B1A5-0043-7B6FF161F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28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FDE2-A24E-C5AB-91C5-DA45B7568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0936"/>
            <a:ext cx="9144000" cy="280364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dPCA</a:t>
            </a:r>
            <a:r>
              <a:rPr lang="en-US" dirty="0"/>
              <a:t> updates:</a:t>
            </a:r>
            <a:br>
              <a:rPr lang="en-US" dirty="0"/>
            </a:br>
            <a:br>
              <a:rPr lang="en-US" dirty="0"/>
            </a:br>
            <a:r>
              <a:rPr lang="en-US" sz="4000" dirty="0"/>
              <a:t>Whole-Trial Trajectories Projected onto </a:t>
            </a:r>
            <a:r>
              <a:rPr lang="en-US" sz="4000" dirty="0" err="1"/>
              <a:t>dPCs</a:t>
            </a:r>
            <a:r>
              <a:rPr lang="en-US" sz="4000" dirty="0"/>
              <a:t> aligned at different periods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7F36F-14DE-388F-D977-225E8F289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6012" y="5007757"/>
            <a:ext cx="9144000" cy="1655762"/>
          </a:xfrm>
        </p:spPr>
        <p:txBody>
          <a:bodyPr/>
          <a:lstStyle/>
          <a:p>
            <a:r>
              <a:rPr lang="en-US" dirty="0"/>
              <a:t>07/02/2025</a:t>
            </a:r>
          </a:p>
        </p:txBody>
      </p:sp>
    </p:spTree>
    <p:extLst>
      <p:ext uri="{BB962C8B-B14F-4D97-AF65-F5344CB8AC3E}">
        <p14:creationId xmlns:p14="http://schemas.microsoft.com/office/powerpoint/2010/main" val="1451019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9489-E926-5302-CCB4-524FC4BC2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Onset-Aligned </a:t>
            </a:r>
            <a:r>
              <a:rPr lang="en-US" dirty="0" err="1"/>
              <a:t>dPCA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9E1EC-4485-3A29-1705-44BA25DE4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29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5CB7000-D549-4F74-9FAD-9D4961E32DA2}"/>
              </a:ext>
            </a:extLst>
          </p:cNvPr>
          <p:cNvSpPr txBox="1"/>
          <p:nvPr/>
        </p:nvSpPr>
        <p:spPr>
          <a:xfrm>
            <a:off x="164391" y="1505188"/>
            <a:ext cx="149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toRF</a:t>
            </a:r>
            <a:r>
              <a:rPr lang="en-US" dirty="0"/>
              <a:t> prior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36AE5C-4EC2-4F5B-A0A9-BD21B0950CF0}"/>
              </a:ext>
            </a:extLst>
          </p:cNvPr>
          <p:cNvSpPr txBox="1"/>
          <p:nvPr/>
        </p:nvSpPr>
        <p:spPr>
          <a:xfrm>
            <a:off x="152401" y="4699997"/>
            <a:ext cx="149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awayRF</a:t>
            </a:r>
            <a:r>
              <a:rPr lang="en-US" dirty="0"/>
              <a:t> prior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D0AD61-9115-7FEB-F6E2-0B9370D2887C}"/>
              </a:ext>
            </a:extLst>
          </p:cNvPr>
          <p:cNvSpPr txBox="1"/>
          <p:nvPr/>
        </p:nvSpPr>
        <p:spPr>
          <a:xfrm>
            <a:off x="9032904" y="870874"/>
            <a:ext cx="2922662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Observation:</a:t>
            </a:r>
          </a:p>
          <a:p>
            <a:r>
              <a:rPr lang="en-US" sz="1400" dirty="0" err="1"/>
              <a:t>toRF</a:t>
            </a:r>
            <a:r>
              <a:rPr lang="en-US" sz="1400" dirty="0"/>
              <a:t> prior: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Bias axis persisted before stimulus onset, </a:t>
            </a:r>
            <a:r>
              <a:rPr lang="en-US" sz="1400" dirty="0" err="1"/>
              <a:t>decerased</a:t>
            </a:r>
            <a:r>
              <a:rPr lang="en-US" sz="1400" dirty="0"/>
              <a:t> and start to encode </a:t>
            </a:r>
            <a:r>
              <a:rPr lang="en-US" sz="1400" dirty="0" err="1"/>
              <a:t>stimuluschoice</a:t>
            </a:r>
            <a:r>
              <a:rPr lang="en-US" sz="1400" dirty="0"/>
              <a:t> information before response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Only </a:t>
            </a:r>
            <a:r>
              <a:rPr lang="en-US" sz="1400" dirty="0" err="1"/>
              <a:t>toRF</a:t>
            </a:r>
            <a:r>
              <a:rPr lang="en-US" sz="1400" dirty="0"/>
              <a:t> choices have separation between biased/unbiased near response</a:t>
            </a:r>
          </a:p>
          <a:p>
            <a:r>
              <a:rPr lang="en-US" sz="1400" dirty="0" err="1"/>
              <a:t>awayRF</a:t>
            </a:r>
            <a:r>
              <a:rPr lang="en-US" sz="1400" dirty="0"/>
              <a:t> prior: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Bias axis persisted before stimulus onset, vanished and instead encode choice information before response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Only </a:t>
            </a:r>
            <a:r>
              <a:rPr lang="en-US" sz="1400" dirty="0" err="1"/>
              <a:t>awayRF</a:t>
            </a:r>
            <a:r>
              <a:rPr lang="en-US" sz="1400" dirty="0"/>
              <a:t> choices have separation between biased/unbiased near response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en-US" sz="1400" dirty="0"/>
          </a:p>
          <a:p>
            <a:pPr marL="342900" indent="-342900">
              <a:buAutoNum type="arabicPeriod"/>
            </a:pPr>
            <a:endParaRPr lang="en-US" sz="14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F033D66-EDC6-6153-4833-686851CDE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6608" y="333013"/>
            <a:ext cx="7174184" cy="292608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DB55E28-7208-4F88-455E-D49BCBA96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6608" y="3421623"/>
            <a:ext cx="7227065" cy="292607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5BB7719-8CA4-AF22-396E-169CC7B749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922" t="3557" r="594" b="50375"/>
          <a:stretch/>
        </p:blipFill>
        <p:spPr>
          <a:xfrm>
            <a:off x="119084" y="2869708"/>
            <a:ext cx="1235412" cy="130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88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837BA-FC0F-9F30-8E3A-0AC2D07EE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Stimulus Onset-Aligned </a:t>
            </a:r>
            <a:r>
              <a:rPr lang="en-US" dirty="0" err="1"/>
              <a:t>dPCA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A9A54-2898-A181-3EBE-68899956E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148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8C404-5637-5FFD-5BCE-29385F0E7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CCA688C-EF50-63A6-1120-1937A286926B}"/>
              </a:ext>
            </a:extLst>
          </p:cNvPr>
          <p:cNvSpPr txBox="1"/>
          <p:nvPr/>
        </p:nvSpPr>
        <p:spPr>
          <a:xfrm>
            <a:off x="282055" y="2013662"/>
            <a:ext cx="149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toRF</a:t>
            </a:r>
            <a:r>
              <a:rPr lang="en-US" dirty="0"/>
              <a:t> prior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087AC7-13C5-57EA-9C6F-2890EAB350A0}"/>
              </a:ext>
            </a:extLst>
          </p:cNvPr>
          <p:cNvSpPr txBox="1"/>
          <p:nvPr/>
        </p:nvSpPr>
        <p:spPr>
          <a:xfrm>
            <a:off x="152401" y="4699997"/>
            <a:ext cx="149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awayRF</a:t>
            </a:r>
            <a:r>
              <a:rPr lang="en-US" dirty="0"/>
              <a:t> prior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D44CD2-8291-C6E5-D42B-A216D3B61F0B}"/>
              </a:ext>
            </a:extLst>
          </p:cNvPr>
          <p:cNvSpPr txBox="1"/>
          <p:nvPr/>
        </p:nvSpPr>
        <p:spPr>
          <a:xfrm>
            <a:off x="9032904" y="870874"/>
            <a:ext cx="292266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Stimulus information is not present before stimulus onset.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stimulus onset, clear separation emerges between coherences, indicating onset of stimulus encoding.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Then coherence separation collapsed before saccade.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517893-A648-9E80-EA8A-4F7DA08A9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449" y="615416"/>
            <a:ext cx="7227065" cy="29260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D8B5CC-15A4-ADE3-45A7-495720EDA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05" y="3606289"/>
            <a:ext cx="7227065" cy="29260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681AA0D-F4C0-68A2-53D5-52218E5512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922" t="3557" r="594" b="50375"/>
          <a:stretch/>
        </p:blipFill>
        <p:spPr>
          <a:xfrm>
            <a:off x="119084" y="2869708"/>
            <a:ext cx="1235412" cy="130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17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28FEF-3C30-4F10-CCBB-A2BA20BBB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843A6D2-6189-EEF5-4BE1-5609D34CC87C}"/>
              </a:ext>
            </a:extLst>
          </p:cNvPr>
          <p:cNvSpPr txBox="1"/>
          <p:nvPr/>
        </p:nvSpPr>
        <p:spPr>
          <a:xfrm>
            <a:off x="282055" y="2013662"/>
            <a:ext cx="149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toRF</a:t>
            </a:r>
            <a:r>
              <a:rPr lang="en-US" dirty="0"/>
              <a:t> prior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B3B90-D335-5238-C9B5-781262AAC17B}"/>
              </a:ext>
            </a:extLst>
          </p:cNvPr>
          <p:cNvSpPr txBox="1"/>
          <p:nvPr/>
        </p:nvSpPr>
        <p:spPr>
          <a:xfrm>
            <a:off x="152401" y="4699997"/>
            <a:ext cx="149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awayRF</a:t>
            </a:r>
            <a:r>
              <a:rPr lang="en-US" dirty="0"/>
              <a:t> prior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F7FDC4-FBF5-9808-2479-E737EDC78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428" y="454400"/>
            <a:ext cx="7227065" cy="29260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DBF1DBD-D322-A6E1-D2CF-FCF1102EB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682" y="3606289"/>
            <a:ext cx="7156556" cy="29260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BEAB5F-0271-AEE7-8710-C851978C01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922" t="3557" r="594" b="50375"/>
          <a:stretch/>
        </p:blipFill>
        <p:spPr>
          <a:xfrm>
            <a:off x="119084" y="2869708"/>
            <a:ext cx="1235412" cy="130519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BC56EA1-206F-2601-1D0F-2BDD55A9F7E0}"/>
              </a:ext>
            </a:extLst>
          </p:cNvPr>
          <p:cNvSpPr txBox="1"/>
          <p:nvPr/>
        </p:nvSpPr>
        <p:spPr>
          <a:xfrm>
            <a:off x="9032904" y="870874"/>
            <a:ext cx="29226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Choice information is present weakly before stimulus onset.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stimulus onset, clear separation emerges between choices and grows until saccade.</a:t>
            </a:r>
          </a:p>
        </p:txBody>
      </p:sp>
    </p:spTree>
    <p:extLst>
      <p:ext uri="{BB962C8B-B14F-4D97-AF65-F5344CB8AC3E}">
        <p14:creationId xmlns:p14="http://schemas.microsoft.com/office/powerpoint/2010/main" val="3430941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39EE8-B9D8-EE1F-D7E9-77046C26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Onset-Aligned </a:t>
            </a:r>
            <a:r>
              <a:rPr lang="en-US" dirty="0" err="1"/>
              <a:t>dPCA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03476-8463-EE9E-1872-FE3BD531C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05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F2501-7EE9-D91A-2864-43C3980BC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D70A06F-8B48-05D6-422C-5787D04FD1F4}"/>
              </a:ext>
            </a:extLst>
          </p:cNvPr>
          <p:cNvSpPr txBox="1"/>
          <p:nvPr/>
        </p:nvSpPr>
        <p:spPr>
          <a:xfrm>
            <a:off x="282055" y="2013662"/>
            <a:ext cx="149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toRF</a:t>
            </a:r>
            <a:r>
              <a:rPr lang="en-US" dirty="0"/>
              <a:t> prior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3C5B39-E660-DCF5-5FC1-B1B7518C977A}"/>
              </a:ext>
            </a:extLst>
          </p:cNvPr>
          <p:cNvSpPr txBox="1"/>
          <p:nvPr/>
        </p:nvSpPr>
        <p:spPr>
          <a:xfrm>
            <a:off x="152401" y="4699997"/>
            <a:ext cx="149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awayRF</a:t>
            </a:r>
            <a:r>
              <a:rPr lang="en-US" dirty="0"/>
              <a:t> prior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4CCFBB-C279-4E69-A937-35A519146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759" y="735288"/>
            <a:ext cx="7174184" cy="29260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48C62AE-8C97-1E3D-EF39-6F01BC27A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759" y="3661368"/>
            <a:ext cx="7174184" cy="292608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B04EC3E-DB3C-3D78-7327-82A0DFFDD3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922" t="3557" r="594" b="50375"/>
          <a:stretch/>
        </p:blipFill>
        <p:spPr>
          <a:xfrm>
            <a:off x="119084" y="2869708"/>
            <a:ext cx="1235412" cy="130519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C9F3C8B-65EF-46EE-FC80-85B3FC5A47F5}"/>
              </a:ext>
            </a:extLst>
          </p:cNvPr>
          <p:cNvSpPr txBox="1"/>
          <p:nvPr/>
        </p:nvSpPr>
        <p:spPr>
          <a:xfrm>
            <a:off x="9032904" y="870874"/>
            <a:ext cx="29226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Bias axis in response-onset aligned duration encodes bias information throughout the trial</a:t>
            </a:r>
          </a:p>
        </p:txBody>
      </p:sp>
    </p:spTree>
    <p:extLst>
      <p:ext uri="{BB962C8B-B14F-4D97-AF65-F5344CB8AC3E}">
        <p14:creationId xmlns:p14="http://schemas.microsoft.com/office/powerpoint/2010/main" val="1762503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A89AD-C709-AC49-6122-ABA43E4BC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720E56D-BCCE-DBE3-B5EA-D272D4E8D028}"/>
              </a:ext>
            </a:extLst>
          </p:cNvPr>
          <p:cNvSpPr txBox="1"/>
          <p:nvPr/>
        </p:nvSpPr>
        <p:spPr>
          <a:xfrm>
            <a:off x="282055" y="2013662"/>
            <a:ext cx="149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toRF</a:t>
            </a:r>
            <a:r>
              <a:rPr lang="en-US" dirty="0"/>
              <a:t> prior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0D66C-3950-72F7-4F80-FA858D1BCC23}"/>
              </a:ext>
            </a:extLst>
          </p:cNvPr>
          <p:cNvSpPr txBox="1"/>
          <p:nvPr/>
        </p:nvSpPr>
        <p:spPr>
          <a:xfrm>
            <a:off x="152401" y="4699997"/>
            <a:ext cx="149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awayRF</a:t>
            </a:r>
            <a:r>
              <a:rPr lang="en-US" dirty="0"/>
              <a:t> prior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D74E0D8-28E7-3C23-AD44-D24DFC9C2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876" y="735288"/>
            <a:ext cx="7174184" cy="29260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8D9484E-6B45-9013-6D82-BA114BDD4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876" y="3677645"/>
            <a:ext cx="7174184" cy="29260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8FB1549-1A17-6655-E8CC-A7D50D6E41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922" t="3557" r="594" b="50375"/>
          <a:stretch/>
        </p:blipFill>
        <p:spPr>
          <a:xfrm>
            <a:off x="119084" y="2869708"/>
            <a:ext cx="1235412" cy="13051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257A135-975B-A95F-C91E-F64FE8EFCAA4}"/>
              </a:ext>
            </a:extLst>
          </p:cNvPr>
          <p:cNvSpPr txBox="1"/>
          <p:nvPr/>
        </p:nvSpPr>
        <p:spPr>
          <a:xfrm>
            <a:off x="9032904" y="870874"/>
            <a:ext cx="29226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Stimulus axis in response-onset aligned duration encodes stimulus information ~150ms after GP on, and the separation across coherences grows and persists until saccade.</a:t>
            </a:r>
          </a:p>
        </p:txBody>
      </p:sp>
    </p:spTree>
    <p:extLst>
      <p:ext uri="{BB962C8B-B14F-4D97-AF65-F5344CB8AC3E}">
        <p14:creationId xmlns:p14="http://schemas.microsoft.com/office/powerpoint/2010/main" val="144011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0DE5B-512C-4A39-F89E-1C8F9770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AEA9D98-1F4C-17D0-70EC-5922A6EA58A7}"/>
              </a:ext>
            </a:extLst>
          </p:cNvPr>
          <p:cNvSpPr txBox="1"/>
          <p:nvPr/>
        </p:nvSpPr>
        <p:spPr>
          <a:xfrm>
            <a:off x="282055" y="2013662"/>
            <a:ext cx="149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toRF</a:t>
            </a:r>
            <a:r>
              <a:rPr lang="en-US" dirty="0"/>
              <a:t> prior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08B552-516A-C6CF-9A74-C4810C8D38FD}"/>
              </a:ext>
            </a:extLst>
          </p:cNvPr>
          <p:cNvSpPr txBox="1"/>
          <p:nvPr/>
        </p:nvSpPr>
        <p:spPr>
          <a:xfrm>
            <a:off x="152401" y="4699997"/>
            <a:ext cx="149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awayRF</a:t>
            </a:r>
            <a:r>
              <a:rPr lang="en-US" dirty="0"/>
              <a:t> prior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3788E1-3CC9-BEEB-91FC-19D6A4B68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2631" y="745993"/>
            <a:ext cx="7174184" cy="29046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E9AB2E2-F097-F34E-9144-D447580FD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631" y="3727687"/>
            <a:ext cx="7227065" cy="29260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02B305-9B43-0B4F-68BA-BB7745FA2C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922" t="3557" r="594" b="50375"/>
          <a:stretch/>
        </p:blipFill>
        <p:spPr>
          <a:xfrm>
            <a:off x="119084" y="2869708"/>
            <a:ext cx="1235412" cy="130519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35182AD-B530-66AF-7D89-2C6E3A9B83CD}"/>
              </a:ext>
            </a:extLst>
          </p:cNvPr>
          <p:cNvSpPr txBox="1"/>
          <p:nvPr/>
        </p:nvSpPr>
        <p:spPr>
          <a:xfrm>
            <a:off x="9032904" y="870874"/>
            <a:ext cx="29226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choice encoding before  stimulus onset,  differences between choices emerges ~150ms after GP on, the separation grows and persists until saccade.</a:t>
            </a:r>
          </a:p>
        </p:txBody>
      </p:sp>
    </p:spTree>
    <p:extLst>
      <p:ext uri="{BB962C8B-B14F-4D97-AF65-F5344CB8AC3E}">
        <p14:creationId xmlns:p14="http://schemas.microsoft.com/office/powerpoint/2010/main" val="2050444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237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dPCA updates:  Whole-Trial Trajectories Projected onto dPCs aligned at different periods</vt:lpstr>
      <vt:lpstr>Target Onset-Aligned dPCA</vt:lpstr>
      <vt:lpstr>PowerPoint Presentation</vt:lpstr>
      <vt:lpstr>Stimulus Onset-Aligned dPCA</vt:lpstr>
      <vt:lpstr>PowerPoint Presentation</vt:lpstr>
      <vt:lpstr>PowerPoint Presentation</vt:lpstr>
      <vt:lpstr>Response Onset-Aligned dPCA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 Hong</dc:creator>
  <cp:lastModifiedBy>Ye Hong</cp:lastModifiedBy>
  <cp:revision>10</cp:revision>
  <dcterms:created xsi:type="dcterms:W3CDTF">2025-07-02T02:00:09Z</dcterms:created>
  <dcterms:modified xsi:type="dcterms:W3CDTF">2025-07-03T01:05:07Z</dcterms:modified>
</cp:coreProperties>
</file>