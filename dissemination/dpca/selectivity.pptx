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7" r:id="rId4"/>
    <p:sldId id="264" r:id="rId5"/>
    <p:sldId id="259" r:id="rId6"/>
    <p:sldId id="270" r:id="rId7"/>
    <p:sldId id="262" r:id="rId8"/>
    <p:sldId id="271" r:id="rId9"/>
    <p:sldId id="260" r:id="rId10"/>
    <p:sldId id="263" r:id="rId11"/>
    <p:sldId id="269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44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315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DB4A7D-B50E-4606-8173-C99A951123B4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8703D4-30C1-49F2-8239-348F50D73C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181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703D4-30C1-49F2-8239-348F50D73CC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18AC7-2322-B3E5-C03A-5654135F4C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98335E-041D-771C-A8F5-86B9185B8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246FC-5FD0-B843-4D03-482892DE0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9623F-93DA-4339-9BAB-A67EB8F4D8CB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6E1BA-4B7F-89BD-D45D-32680BD87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32965-ED77-B8EC-6496-47CF87BF3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CBAC-C16C-43F4-AECF-5B781BF36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4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65EFC-A7CD-3A3E-ADA8-8AE83295E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612CE-576D-6516-6D30-23A001117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EFB00-4451-C7E7-E3C0-5A1D6DD52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9623F-93DA-4339-9BAB-A67EB8F4D8CB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6C945-B7D3-90ED-8F03-F144F3963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16A85-1FA4-8162-0059-74F25DA9A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CBAC-C16C-43F4-AECF-5B781BF36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615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4FD7F-5C90-FD81-CD3C-D8437BC7F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EB7F6-4ADF-450B-C1D6-D5806E2B3C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78ECD-AE8A-5868-1A9C-11EFC9264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9623F-93DA-4339-9BAB-A67EB8F4D8CB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A4176-9D13-6B6E-C103-9661C2F04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1416C-C969-7018-EAA2-BB5BFAF0A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CBAC-C16C-43F4-AECF-5B781BF36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129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55B01-8737-66F4-1027-3ED53BA3F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E2D73-0A7E-ABFB-15B0-A6392CB11F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E4872A-623F-2ACC-BCA7-B8A363AE5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72E063-992C-9931-535A-7A6501717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9623F-93DA-4339-9BAB-A67EB8F4D8CB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700BD3-8C31-7886-3AA1-DEB14089E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08FE4C-06DB-69CE-E6AD-4EFADF7EB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CBAC-C16C-43F4-AECF-5B781BF36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734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E1E6C-94FF-C921-53CF-B9B563E90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EE1C9C-7A8A-AC1B-64FE-35C98A326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15BE01-5B00-1B08-CBAC-DDD3024840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38CF40-CC8A-8B6F-526D-11CCC9DC35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8460D7-5001-D538-A7C3-052365454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DA5346-D816-3BCC-D1B3-02E3A4853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9623F-93DA-4339-9BAB-A67EB8F4D8CB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6E0758-662B-1288-836D-F74477D8F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5A90B0-142D-8874-084D-D84ADC38F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CBAC-C16C-43F4-AECF-5B781BF36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690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B8FE0-3D41-4B85-86BF-FEF3ED505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17A939-BDFE-FC4F-C886-4722E089B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9623F-93DA-4339-9BAB-A67EB8F4D8CB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5B21C3-E9D3-B64C-305B-3753A0347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B5F1CB-7816-8D8C-131C-1BA70F2F6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CBAC-C16C-43F4-AECF-5B781BF36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507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0E31AF-DE5A-22FF-96E9-7FAD32B1B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9623F-93DA-4339-9BAB-A67EB8F4D8CB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39693C-325A-D9C0-CE37-319B95B99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75807-A0D8-169E-2D6C-1CF97F2D8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CBAC-C16C-43F4-AECF-5B781BF36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537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27643-D58B-D1D4-5AD7-B1BC014EF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BCEB2-B9BC-A4A0-5CD9-82954F3E9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A14571-4609-B14C-88E4-8CF271B06C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16585E-D36C-9BCF-EC63-A5856C2AE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9623F-93DA-4339-9BAB-A67EB8F4D8CB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81E131-674F-BBD8-B699-CDEFBF8D8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6A2FE6-2ED3-47AB-589F-633C13669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CBAC-C16C-43F4-AECF-5B781BF36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462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D188B-0165-13FA-4265-41DDAB3BA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255D40-D3D5-3858-25C6-7FBF8DF6C3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2F61B1-86A6-4565-9335-99B32347EC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8DC12B-8C36-9FDA-33FA-823489840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9623F-93DA-4339-9BAB-A67EB8F4D8CB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F5542-15B9-797E-9F5A-DA60F3FDF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00180-3191-0EA3-7B19-1F15D2007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CBAC-C16C-43F4-AECF-5B781BF36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595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9FAA9-9D6F-466F-32F9-2939E77E3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4EFEEA-5776-1F0E-31A8-9C468D3E84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68EA2-E0AB-6801-6D78-B73ADEAD4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9623F-93DA-4339-9BAB-A67EB8F4D8CB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2B3A9-8A09-5943-1D37-5D1644226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6582D-663A-EA45-7FFD-DD901D442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CBAC-C16C-43F4-AECF-5B781BF36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006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E0431E-8021-C62F-AD63-8E88B0AACB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05DB7C-7A46-E30E-4F9E-3FE361C8B8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F94FD-EC5F-ED8F-D5CE-CF78BBCE2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9623F-93DA-4339-9BAB-A67EB8F4D8CB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A9AE1-7CB1-CE49-A7FA-5C3C836FE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AB2BE6-53BA-BABC-9AAF-52C753C7B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CBAC-C16C-43F4-AECF-5B781BF36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120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DA4C00-9E2C-A9BF-6A52-0C697C01C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B3CC4A-7B8E-F6D5-C881-8B7BC2E4E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F7266-149C-1867-F892-84897476F3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99623F-93DA-4339-9BAB-A67EB8F4D8CB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8CE11-300B-9A04-5F3F-5DA55BBE06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E5928-23AF-895E-FE7E-D693E039C3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2ECBAC-C16C-43F4-AECF-5B781BF36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875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0F685-8329-788E-78AD-06E6D15CA6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dPCA</a:t>
            </a:r>
            <a:r>
              <a:rPr lang="en-US" dirty="0"/>
              <a:t> Updates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2D6C18-70B1-B928-8184-FE3731D3C8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07/12/2025</a:t>
            </a:r>
          </a:p>
        </p:txBody>
      </p:sp>
    </p:spTree>
    <p:extLst>
      <p:ext uri="{BB962C8B-B14F-4D97-AF65-F5344CB8AC3E}">
        <p14:creationId xmlns:p14="http://schemas.microsoft.com/office/powerpoint/2010/main" val="1642609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43ED9-B46B-1D58-A2D9-F2766E0B0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Neuron selectivity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1E014-F736-45A0-A8AD-73502AD89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Selectivity criteria: abs(loadings) &gt; 0.3</a:t>
            </a:r>
          </a:p>
        </p:txBody>
      </p:sp>
    </p:spTree>
    <p:extLst>
      <p:ext uri="{BB962C8B-B14F-4D97-AF65-F5344CB8AC3E}">
        <p14:creationId xmlns:p14="http://schemas.microsoft.com/office/powerpoint/2010/main" val="1027949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46BE7-B4EE-C811-A8A4-3047442BE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toRF</a:t>
            </a:r>
            <a:r>
              <a:rPr lang="en-US" dirty="0"/>
              <a:t> sessions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770DDF-BEEC-8AB0-475B-C7887BC82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65619"/>
            <a:ext cx="10022541" cy="524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26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3B9E8-480A-C4D5-4BD8-ACDA1E5C7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4EF1C-0271-EB86-F06B-7AAB7FB0D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awayRF</a:t>
            </a:r>
            <a:r>
              <a:rPr lang="en-US" dirty="0"/>
              <a:t> sessions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8AE09-4B94-9E87-F278-2026F02F4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555D68-FD01-AD89-AFD6-6CA2A2DB9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7354" y="1365619"/>
            <a:ext cx="9944233" cy="524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847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12EB5-C328-87AD-ED80-52DF1CD9B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Cosine Similarity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68C4F-B579-E755-93A5-3A23218A3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Across task epochs </a:t>
            </a:r>
          </a:p>
          <a:p>
            <a:r>
              <a:rPr lang="en-US" dirty="0"/>
              <a:t>Across feature PCs</a:t>
            </a:r>
          </a:p>
          <a:p>
            <a:endParaRPr lang="en-US" dirty="0"/>
          </a:p>
          <a:p>
            <a:r>
              <a:rPr lang="en-US" dirty="0"/>
              <a:t>Range: -1 to 1</a:t>
            </a:r>
          </a:p>
          <a:p>
            <a:pPr lvl="1"/>
            <a:r>
              <a:rPr lang="en-US" dirty="0"/>
              <a:t>-1: Opposite direction</a:t>
            </a:r>
          </a:p>
          <a:p>
            <a:pPr lvl="1"/>
            <a:r>
              <a:rPr lang="en-US" dirty="0"/>
              <a:t>0: Orthogonal direction</a:t>
            </a:r>
          </a:p>
          <a:p>
            <a:pPr lvl="1"/>
            <a:r>
              <a:rPr lang="en-US" dirty="0"/>
              <a:t>1: Same direction</a:t>
            </a:r>
          </a:p>
        </p:txBody>
      </p:sp>
    </p:spTree>
    <p:extLst>
      <p:ext uri="{BB962C8B-B14F-4D97-AF65-F5344CB8AC3E}">
        <p14:creationId xmlns:p14="http://schemas.microsoft.com/office/powerpoint/2010/main" val="3688658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with red and blue lines&#10;&#10;AI-generated content may be incorrect.">
            <a:extLst>
              <a:ext uri="{FF2B5EF4-FFF2-40B4-BE49-F238E27FC236}">
                <a16:creationId xmlns:a16="http://schemas.microsoft.com/office/drawing/2014/main" id="{8A34F32A-8184-26F5-4C5D-84DF59EC6A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384300"/>
            <a:ext cx="10905066" cy="4089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156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F5AE2-39CE-223B-FEA4-44488007B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Backup figures for cosine similarity</a:t>
            </a:r>
          </a:p>
        </p:txBody>
      </p:sp>
    </p:spTree>
    <p:extLst>
      <p:ext uri="{BB962C8B-B14F-4D97-AF65-F5344CB8AC3E}">
        <p14:creationId xmlns:p14="http://schemas.microsoft.com/office/powerpoint/2010/main" val="2147907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2B65C-EAB2-5D7B-BC9D-7AADC49F0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E3125-B5EA-AD91-086F-043161F8C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toRF</a:t>
            </a:r>
            <a:r>
              <a:rPr lang="en-US" dirty="0"/>
              <a:t> Prior Sessions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FF184-DA2F-6F07-0D48-84C3608D6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084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92B80DC-1D14-0C7C-BFC4-E64E078A8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709" y="1629753"/>
            <a:ext cx="9930581" cy="3598494"/>
          </a:xfrm>
          <a:prstGeom prst="rect">
            <a:avLst/>
          </a:prstGeom>
        </p:spPr>
      </p:pic>
      <p:sp>
        <p:nvSpPr>
          <p:cNvPr id="10" name="Multiplication Sign 9">
            <a:extLst>
              <a:ext uri="{FF2B5EF4-FFF2-40B4-BE49-F238E27FC236}">
                <a16:creationId xmlns:a16="http://schemas.microsoft.com/office/drawing/2014/main" id="{8F574A2D-EA43-642E-2C8A-632F6FAFC9C2}"/>
              </a:ext>
            </a:extLst>
          </p:cNvPr>
          <p:cNvSpPr/>
          <p:nvPr/>
        </p:nvSpPr>
        <p:spPr>
          <a:xfrm>
            <a:off x="1446756" y="3281818"/>
            <a:ext cx="764088" cy="820455"/>
          </a:xfrm>
          <a:prstGeom prst="mathMultiply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ultiplication Sign 10">
            <a:extLst>
              <a:ext uri="{FF2B5EF4-FFF2-40B4-BE49-F238E27FC236}">
                <a16:creationId xmlns:a16="http://schemas.microsoft.com/office/drawing/2014/main" id="{DE7970B3-D21F-8C46-17D0-344FDE01369B}"/>
              </a:ext>
            </a:extLst>
          </p:cNvPr>
          <p:cNvSpPr/>
          <p:nvPr/>
        </p:nvSpPr>
        <p:spPr>
          <a:xfrm>
            <a:off x="2300614" y="4154464"/>
            <a:ext cx="764088" cy="820455"/>
          </a:xfrm>
          <a:prstGeom prst="mathMultiply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591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37BA9-7619-C99E-B064-2D571FC71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90A1231-A6E8-876A-B85B-61239EC3A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319" y="1540125"/>
            <a:ext cx="9989361" cy="3777750"/>
          </a:xfrm>
          <a:prstGeom prst="rect">
            <a:avLst/>
          </a:prstGeom>
        </p:spPr>
      </p:pic>
      <p:sp>
        <p:nvSpPr>
          <p:cNvPr id="9" name="Multiplication Sign 8">
            <a:extLst>
              <a:ext uri="{FF2B5EF4-FFF2-40B4-BE49-F238E27FC236}">
                <a16:creationId xmlns:a16="http://schemas.microsoft.com/office/drawing/2014/main" id="{E409D03D-C3D6-ED2D-6DDA-0C9A4EF95309}"/>
              </a:ext>
            </a:extLst>
          </p:cNvPr>
          <p:cNvSpPr/>
          <p:nvPr/>
        </p:nvSpPr>
        <p:spPr>
          <a:xfrm>
            <a:off x="4954044" y="3112717"/>
            <a:ext cx="764088" cy="820455"/>
          </a:xfrm>
          <a:prstGeom prst="mathMultiply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Multiplication Sign 9">
            <a:extLst>
              <a:ext uri="{FF2B5EF4-FFF2-40B4-BE49-F238E27FC236}">
                <a16:creationId xmlns:a16="http://schemas.microsoft.com/office/drawing/2014/main" id="{60699958-82BE-A5C2-3D0C-7963177ACCCC}"/>
              </a:ext>
            </a:extLst>
          </p:cNvPr>
          <p:cNvSpPr/>
          <p:nvPr/>
        </p:nvSpPr>
        <p:spPr>
          <a:xfrm>
            <a:off x="4954044" y="3985364"/>
            <a:ext cx="764088" cy="820455"/>
          </a:xfrm>
          <a:prstGeom prst="mathMultiply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095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E835E-03D0-7ABF-B56C-ACB66360B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7ED63-E4BE-4A49-9148-D22ED9376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awayRF</a:t>
            </a:r>
            <a:r>
              <a:rPr lang="en-US" dirty="0"/>
              <a:t> Prior Sessions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DBB28-EEFF-61ED-15E1-442F850D0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03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86A7D-3232-FD00-FFC9-511B3AC6A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3C1FF87-FB92-6C60-D913-BD8BAE1BA5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0709" y="1629753"/>
            <a:ext cx="9930580" cy="3598494"/>
          </a:xfrm>
          <a:prstGeom prst="rect">
            <a:avLst/>
          </a:prstGeom>
        </p:spPr>
      </p:pic>
      <p:sp>
        <p:nvSpPr>
          <p:cNvPr id="7" name="Multiplication Sign 6">
            <a:extLst>
              <a:ext uri="{FF2B5EF4-FFF2-40B4-BE49-F238E27FC236}">
                <a16:creationId xmlns:a16="http://schemas.microsoft.com/office/drawing/2014/main" id="{A293D5E9-DC88-C9C2-21B7-405BD5A999A2}"/>
              </a:ext>
            </a:extLst>
          </p:cNvPr>
          <p:cNvSpPr/>
          <p:nvPr/>
        </p:nvSpPr>
        <p:spPr>
          <a:xfrm>
            <a:off x="1402916" y="3219188"/>
            <a:ext cx="764088" cy="820455"/>
          </a:xfrm>
          <a:prstGeom prst="mathMultiply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A05C2239-E4E1-E149-E4AF-C63C23AB4340}"/>
              </a:ext>
            </a:extLst>
          </p:cNvPr>
          <p:cNvSpPr/>
          <p:nvPr/>
        </p:nvSpPr>
        <p:spPr>
          <a:xfrm>
            <a:off x="2286000" y="4146114"/>
            <a:ext cx="764088" cy="820455"/>
          </a:xfrm>
          <a:prstGeom prst="mathMultiply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127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9DF4F-3F55-C67B-1F77-B0E7A938D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7D819D0-8219-7EC7-C4BA-BA9021A100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1319" y="1540125"/>
            <a:ext cx="9989361" cy="3777749"/>
          </a:xfrm>
          <a:prstGeom prst="rect">
            <a:avLst/>
          </a:prstGeom>
        </p:spPr>
      </p:pic>
      <p:sp>
        <p:nvSpPr>
          <p:cNvPr id="2" name="Multiplication Sign 1">
            <a:extLst>
              <a:ext uri="{FF2B5EF4-FFF2-40B4-BE49-F238E27FC236}">
                <a16:creationId xmlns:a16="http://schemas.microsoft.com/office/drawing/2014/main" id="{65C3762A-BEFF-FEF7-2486-F19532020B23}"/>
              </a:ext>
            </a:extLst>
          </p:cNvPr>
          <p:cNvSpPr/>
          <p:nvPr/>
        </p:nvSpPr>
        <p:spPr>
          <a:xfrm>
            <a:off x="4954044" y="3112717"/>
            <a:ext cx="764088" cy="820455"/>
          </a:xfrm>
          <a:prstGeom prst="mathMultiply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ultiplication Sign 2">
            <a:extLst>
              <a:ext uri="{FF2B5EF4-FFF2-40B4-BE49-F238E27FC236}">
                <a16:creationId xmlns:a16="http://schemas.microsoft.com/office/drawing/2014/main" id="{21FF73BA-5344-7F33-E0A0-6B814693A7DC}"/>
              </a:ext>
            </a:extLst>
          </p:cNvPr>
          <p:cNvSpPr/>
          <p:nvPr/>
        </p:nvSpPr>
        <p:spPr>
          <a:xfrm>
            <a:off x="4954044" y="3985364"/>
            <a:ext cx="764088" cy="820455"/>
          </a:xfrm>
          <a:prstGeom prst="mathMultiply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725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59</Words>
  <Application>Microsoft Office PowerPoint</Application>
  <PresentationFormat>Widescreen</PresentationFormat>
  <Paragraphs>18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dPCA Updates</vt:lpstr>
      <vt:lpstr>Neuron selectivity</vt:lpstr>
      <vt:lpstr>toRF sessions </vt:lpstr>
      <vt:lpstr>awayRF sessions </vt:lpstr>
      <vt:lpstr>Cosine Similarity</vt:lpstr>
      <vt:lpstr>PowerPoint Presentation</vt:lpstr>
      <vt:lpstr>Backup figures for cosine similarity</vt:lpstr>
      <vt:lpstr>toRF Prior Sessions</vt:lpstr>
      <vt:lpstr>PowerPoint Presentation</vt:lpstr>
      <vt:lpstr>PowerPoint Presentation</vt:lpstr>
      <vt:lpstr>awayRF Prior Sessions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Vaibhav Thakur</dc:creator>
  <cp:lastModifiedBy>Vaibhav Thakur</cp:lastModifiedBy>
  <cp:revision>10</cp:revision>
  <dcterms:created xsi:type="dcterms:W3CDTF">2025-07-12T23:26:55Z</dcterms:created>
  <dcterms:modified xsi:type="dcterms:W3CDTF">2025-07-13T02:41:21Z</dcterms:modified>
</cp:coreProperties>
</file>