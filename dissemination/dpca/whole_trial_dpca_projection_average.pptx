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77" r:id="rId5"/>
    <p:sldId id="278" r:id="rId6"/>
    <p:sldId id="272" r:id="rId7"/>
    <p:sldId id="279" r:id="rId8"/>
    <p:sldId id="281" r:id="rId9"/>
    <p:sldId id="283" r:id="rId10"/>
    <p:sldId id="284" r:id="rId11"/>
    <p:sldId id="285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076E-33B1-99B0-A77A-75625EA27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B1116-998B-2A40-023C-E61D3B5B7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6836-8320-1948-3189-CBE31B31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E593C-6385-19E8-5B68-A3720D907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0897B-C542-46FB-153A-59137B52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7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4412-315D-EEF6-AA18-DDE1B448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FCBB5-8A32-656C-C95A-0B1F05909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8C575-1472-47BB-72BE-97FEC0EC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61E8D-AF4C-DDF0-ABEA-D122647E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11C5B-DCBF-97C1-A957-10525546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1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BF5F-CF34-A2FF-619D-E14A2E84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EE386-DB17-A31A-F28C-C041D58CB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D6839-2DC3-2611-AABB-7DC246BC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C2C45-F905-1845-1AE5-DDFA17B4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01B6-87CF-4B30-0B10-5F9D19A6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8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91AC-849C-3329-DD89-18250A5E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F1F0-58B1-4FD4-456C-14C709610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D8C0F-D4D8-59C4-5BC9-BF0DC4348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70C43-C57B-B6BD-22D2-A021F813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992D2-6F66-E116-44D2-611148C2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4D8F4-F690-1F21-289E-1AE3B331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8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090D-0626-983D-6561-692834AD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CD723-9467-7EF4-1E53-F93D375A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BD71D-8735-922D-7805-627823322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76B2D-A257-526D-5BB5-E9E01C399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6CE65-A572-DE5E-1888-1CFDCB738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6F416-2542-0E76-9C25-24BA2D19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8E9DA-0B1D-A8C2-A7BA-6DB072E2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FA664-A417-8EEF-7D4D-E946C244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3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7241-8424-F7F8-8EC7-E93331E4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2D26A-13F1-858F-9881-74467E90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4556E-DAA5-120D-38E7-848A4DD4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078FA-7845-6F65-0C8E-4D4BCE14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1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D33EE-F9F7-5A4A-79F1-677C4379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A4A36-A9F4-6A94-23B6-CA3F67FB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E630-2A9E-6595-B91A-0AB27C56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7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1CA6C-481A-DF6E-580C-0229A5A5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04AF6-913B-9B04-F388-E2BF4DDBD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AA2BC-14A9-A3B7-D8AD-FBC0A4229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AC410-58E2-8D16-B066-BA305B48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9545-3745-2488-EEE4-41E8393B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BEDB7-9333-AC2D-D1B8-F23105E0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0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52FE-AFF1-B943-6ABD-B94980E1C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7630C-F1E3-6200-E308-916A8D71C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2FD43-4DE1-4C67-56AD-24EBA7030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731B9-312F-7EB7-99D9-2A6BCEC3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D8556-EC77-C12A-C121-A86F042BD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BD8F9-01AE-1EC3-3257-977045A1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96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B6BB-1D9C-C435-D836-FC5B95C2F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34B42-78F3-1A5B-CD76-6407609C4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1C473-4AAF-FAC2-B394-3DC47720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30BF0-EE32-CA07-0094-4FAF9A3B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126D4-CE9E-73A4-59CE-E9095CE4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1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9F06E-06F4-BB77-C841-98E33E539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2918C-76B3-FE0F-205E-19F468EF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6558F-B1A4-89C1-DADC-BC309040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F7975-CBB2-FC80-A24C-C8E91C80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4E8E6-4E7A-DCD1-C42B-13B3C251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6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E1F6A7-C5FB-9A05-6CF9-74DB8E797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F8EBE-0E47-A1B8-A924-D46600653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2D65-CC84-3D47-6847-B6C200E84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70C56-5BC8-493C-A43A-E37516447C79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CBA3-E65D-C701-8C96-9A56E2FE4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203B0-145C-B1A5-0043-7B6FF161F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B1E38-DCCE-475B-9DB5-E396D1DE8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2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FDE2-A24E-C5AB-91C5-DA45B7568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0936"/>
            <a:ext cx="9144000" cy="280364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dPCA</a:t>
            </a:r>
            <a:r>
              <a:rPr lang="en-US" dirty="0"/>
              <a:t> updates: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Whole-Trial Trajectories Projected onto </a:t>
            </a:r>
            <a:r>
              <a:rPr lang="en-US" sz="4000" dirty="0" err="1"/>
              <a:t>dPCs</a:t>
            </a:r>
            <a:r>
              <a:rPr lang="en-US" sz="4000" dirty="0"/>
              <a:t> aligned at different periods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7F36F-14DE-388F-D977-225E8F289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6012" y="5007757"/>
            <a:ext cx="9144000" cy="1655762"/>
          </a:xfrm>
        </p:spPr>
        <p:txBody>
          <a:bodyPr/>
          <a:lstStyle/>
          <a:p>
            <a:r>
              <a:rPr lang="en-US" dirty="0"/>
              <a:t>07/02/2025</a:t>
            </a:r>
          </a:p>
        </p:txBody>
      </p:sp>
    </p:spTree>
    <p:extLst>
      <p:ext uri="{BB962C8B-B14F-4D97-AF65-F5344CB8AC3E}">
        <p14:creationId xmlns:p14="http://schemas.microsoft.com/office/powerpoint/2010/main" val="145101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FE50-AA2C-43CF-5CB0-1919FFAA4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toRF</a:t>
            </a:r>
            <a:r>
              <a:rPr lang="en-US" dirty="0"/>
              <a:t> prior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40F3A-97E4-A5D6-80BA-2B95E6AE0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 PC</a:t>
            </a:r>
          </a:p>
          <a:p>
            <a:r>
              <a:rPr lang="en-US" dirty="0"/>
              <a:t>Choice PC</a:t>
            </a:r>
          </a:p>
          <a:p>
            <a:r>
              <a:rPr lang="en-US" dirty="0"/>
              <a:t>Stimulus PC</a:t>
            </a:r>
          </a:p>
        </p:txBody>
      </p:sp>
    </p:spTree>
    <p:extLst>
      <p:ext uri="{BB962C8B-B14F-4D97-AF65-F5344CB8AC3E}">
        <p14:creationId xmlns:p14="http://schemas.microsoft.com/office/powerpoint/2010/main" val="380087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F033D66-EDC6-6153-4833-686851CDE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0877" y="568132"/>
            <a:ext cx="5165347" cy="298415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5BB7719-8CA4-AF22-396E-169CC7B749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922" t="3557" r="594" b="50375"/>
          <a:stretch/>
        </p:blipFill>
        <p:spPr>
          <a:xfrm>
            <a:off x="712169" y="4297694"/>
            <a:ext cx="1235412" cy="1305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CE6F17-1B8B-EBBF-7E46-9FF55EA470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2628" y="3552289"/>
            <a:ext cx="5165347" cy="298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8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20DA6F-DB59-B824-C1A7-6FC195737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290" y="189528"/>
            <a:ext cx="5528483" cy="31609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AAB38A-AD78-F9C1-C93B-ECEFE526A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290" y="3507526"/>
            <a:ext cx="5528484" cy="3193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D342CB-01DA-8470-37DF-295C8A468C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48"/>
          <a:stretch>
            <a:fillRect/>
          </a:stretch>
        </p:blipFill>
        <p:spPr>
          <a:xfrm>
            <a:off x="4345536" y="1402628"/>
            <a:ext cx="1461331" cy="155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9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6A339D-DB24-9637-55CC-8077705EB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9292" y="243643"/>
            <a:ext cx="5542243" cy="3168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6BD77-BB82-8A67-D615-484461D82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9292" y="3429000"/>
            <a:ext cx="5664172" cy="3272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CB8A99-CAE5-2B0E-AE41-AD115A590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7814" y="1266836"/>
            <a:ext cx="1621951" cy="171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6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568C-3BB4-B698-A830-C04D819A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BC0A-72B6-AA4D-7450-31D78D720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 PC</a:t>
            </a:r>
          </a:p>
          <a:p>
            <a:r>
              <a:rPr lang="en-US" dirty="0"/>
              <a:t>Choice PC</a:t>
            </a:r>
          </a:p>
          <a:p>
            <a:r>
              <a:rPr lang="en-US" dirty="0"/>
              <a:t>Stimulus PC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812538-A89D-0582-888F-7164E547DD3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01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0017-049E-0DA2-8A69-20AF899F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385C01-AD8E-B702-088E-AD4F576B9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5856" y="3429000"/>
            <a:ext cx="5750473" cy="335725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BB2F81-2699-EC16-AB16-A46ED1640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889" y="118464"/>
            <a:ext cx="5887496" cy="33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4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65E652-D099-C165-2AD7-C35D12456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766" y="521587"/>
            <a:ext cx="5204467" cy="2975688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D3D58A-C8C7-4A75-9FB4-EA3FEDF06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439" r="-1"/>
          <a:stretch>
            <a:fillRect/>
          </a:stretch>
        </p:blipFill>
        <p:spPr>
          <a:xfrm>
            <a:off x="4639985" y="860139"/>
            <a:ext cx="1532797" cy="164805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B638C-9261-38D9-3A35-5555FEAD7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531" y="3656921"/>
            <a:ext cx="5438502" cy="314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62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3BAD16-AF3A-0607-E3BE-FFBCB6880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7833" y="383789"/>
            <a:ext cx="5288160" cy="3065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00FEEF-E356-DD39-7D6A-EA3EDB6E3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7357" y="3381222"/>
            <a:ext cx="5899064" cy="3408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99348E-E1CD-6EA3-DF85-8D52C135D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5234" y="892849"/>
            <a:ext cx="1359321" cy="14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92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F2F8-99E2-61A9-854F-E206648C8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toRF</a:t>
            </a:r>
            <a:r>
              <a:rPr lang="en-US" dirty="0"/>
              <a:t> vs </a:t>
            </a:r>
            <a:r>
              <a:rPr lang="en-US" dirty="0" err="1"/>
              <a:t>awayRF</a:t>
            </a:r>
            <a:r>
              <a:rPr lang="en-US" dirty="0"/>
              <a:t> prior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BE3C-BA8D-4563-B2BA-469C28921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 PC</a:t>
            </a:r>
          </a:p>
          <a:p>
            <a:r>
              <a:rPr lang="en-US" dirty="0"/>
              <a:t>Choice PC</a:t>
            </a:r>
          </a:p>
          <a:p>
            <a:r>
              <a:rPr lang="en-US" dirty="0"/>
              <a:t>Stimulus PC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82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8DBD-34B7-83CD-DDE7-702BB307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80B64-6CA4-0565-4DC0-88B48B647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0767D-C028-7D9E-166D-AE60954D3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653" y="808635"/>
            <a:ext cx="4535651" cy="2620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7FB685-81D3-41B6-C445-B6B3DDB4B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2404" y="3595614"/>
            <a:ext cx="4535651" cy="262036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3CD204-2DD3-5AAB-B6C2-BDE07DC91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5020" y="3548681"/>
            <a:ext cx="4231815" cy="2470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DCEED6-E288-3CED-DFF0-E72231F7C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313" y="797736"/>
            <a:ext cx="4535651" cy="259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58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2480-C676-6F65-535F-BDF96554E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15491-BFB6-0E7D-9BA4-D9A77655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C9DC4-8D85-DB80-46E2-0DAD931AF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60" y="973139"/>
            <a:ext cx="4546559" cy="2599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FB92FA-D1FA-84D6-3127-B31819F01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944" y="3651191"/>
            <a:ext cx="4546560" cy="262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F1480A-9155-5F2A-8120-0F22777680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48"/>
          <a:stretch>
            <a:fillRect/>
          </a:stretch>
        </p:blipFill>
        <p:spPr>
          <a:xfrm>
            <a:off x="2481358" y="1912879"/>
            <a:ext cx="1201781" cy="1280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E7332A-D62F-49DA-C995-3B2A40164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746" y="1027906"/>
            <a:ext cx="4342727" cy="2482983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88A2002E-C29E-AB99-D57F-7D8BC1D883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39" r="-1"/>
          <a:stretch>
            <a:fillRect/>
          </a:stretch>
        </p:blipFill>
        <p:spPr>
          <a:xfrm>
            <a:off x="7498553" y="1457759"/>
            <a:ext cx="1279001" cy="1375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B24245-FAE0-4B6F-94AD-F90AC01354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473" y="3749868"/>
            <a:ext cx="4538011" cy="262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0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786D-60D1-E69A-1255-EBB04D91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E05B-D82E-DEF6-7F5A-0DC28EC15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E3611-D5F8-57FA-5464-B6D61F7D5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889" y="437871"/>
            <a:ext cx="4618349" cy="2640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C0A8F-EA18-D2A3-EBB7-D02A8CB2A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0290" y="3307929"/>
            <a:ext cx="4719951" cy="2726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BD687F-9953-596B-6983-4E62596FC0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463" y="1439323"/>
            <a:ext cx="1253600" cy="1326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1C712D-847C-9B26-99AA-43C0C0B31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3813" y="437871"/>
            <a:ext cx="4411309" cy="2557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1597DD-5EB7-1D66-BE66-E533F462C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2558" y="3276440"/>
            <a:ext cx="4719951" cy="2726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F49F60-A3FE-3A83-80E9-AE938771D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0536" y="971528"/>
            <a:ext cx="1154728" cy="120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4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</TotalTime>
  <Words>41</Words>
  <Application>Microsoft Office PowerPoint</Application>
  <PresentationFormat>Widescreen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dPCA updates:  Whole-Trial Trajectories Projected onto dPCs aligned at different periods</vt:lpstr>
      <vt:lpstr>toRF prior</vt:lpstr>
      <vt:lpstr>PowerPoint Presentation</vt:lpstr>
      <vt:lpstr>PowerPoint Presentation</vt:lpstr>
      <vt:lpstr>PowerPoint Presentation</vt:lpstr>
      <vt:lpstr>awayRF prior</vt:lpstr>
      <vt:lpstr>PowerPoint Presentation</vt:lpstr>
      <vt:lpstr>PowerPoint Presentation</vt:lpstr>
      <vt:lpstr>PowerPoint Presentation</vt:lpstr>
      <vt:lpstr>toRF vs awayRF prior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Hong</dc:creator>
  <cp:lastModifiedBy>Ye Hong</cp:lastModifiedBy>
  <cp:revision>17</cp:revision>
  <dcterms:created xsi:type="dcterms:W3CDTF">2025-07-02T02:00:09Z</dcterms:created>
  <dcterms:modified xsi:type="dcterms:W3CDTF">2025-07-10T20:21:41Z</dcterms:modified>
</cp:coreProperties>
</file>