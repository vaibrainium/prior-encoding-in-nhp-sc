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6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A124-1A05-785B-1B46-E6C44E535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6F594-3D49-E986-5FCD-E73EE1F2A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E125E-CDEC-C86F-26C9-4EAEED02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C5D45-C509-74C3-EA98-559872BA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CBC75-57AE-F240-8153-C9847F82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2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EB27-0F7A-7566-86B4-0CDDE02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AB5CE-26CD-BF6B-2E20-4910B82D4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827E-6087-0C77-09AE-0E80ACA5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8D6C5-0AED-4E2E-025E-AF9487F6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C05B8-BF8F-2613-C264-3DA183D6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8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3183-213B-E512-9C37-3A8932F7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7CA1A-5332-6D1A-A119-90A89AB32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6ACC8-CFF0-52FD-8AB4-6AFC907E9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02E60-4ED5-3344-A053-BBB58BB21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F30A9-A3BD-A573-36AE-A305B8D05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38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6C0D-9DE9-1289-02B9-4882F093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F525B-2568-4D80-3279-A0FE2822B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5EA61-E5D7-FF33-089F-88815DFEA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2FA0A-4D60-55A4-B720-B39167B3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96894-894B-E4D8-643A-B5EF16EE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485C-AFDA-A845-53BF-00F3D65F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F11-77B2-66EE-9116-DFEBF287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C603F-475D-FFBD-20EE-A5A54D253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DD384-2F5C-B08F-7A7E-434E28865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A394C-7153-D696-5B0E-93DD77E73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EFB02-7617-B190-A40D-F7D0995578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59F20-662A-838E-0E9D-B975F6335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B5C35-D340-3206-6442-2750E209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78053-E957-2448-2900-B11076CE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4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6554-80FA-57B0-4164-CCA56748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DBF12-5EF6-3033-0916-21A6678C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E093A-B684-79BB-41D4-BED247F1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FF5B2-C8BC-141C-4A5E-ADC43262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B73B7-A6A7-6171-6DD1-6D667C42A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8FC4D8-CCE7-CB9C-CBB5-3F74367A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F6987-9933-0D3E-1225-91531A7F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5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2DB8-DBF5-378A-0DB0-C547087E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BFD8A-C067-D725-1A79-5A319177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60C88-8FC6-692A-A7AE-BD7F892C1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02CEC-2E4B-351D-182B-A70554A8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F9890-05CD-7E8C-DB5F-46714C0C2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CF3D0-C3B6-2419-F1CC-643BEF4D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1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C4A3-2BC7-5153-1553-6FBCD432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AFA8E-C7B6-488E-3654-C3A67E902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8FA69-3484-4A5D-0D0D-03B3469FB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34AA0-8A5B-1D99-5705-29A4E0E9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FEE83-07B3-2A82-38AE-6F1CFC8E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40CE1-6E7A-08EA-1622-CE253DBF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08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8ADF-2DA2-5855-A402-218270182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1BA2F-273A-A111-1B2B-AE17CBABC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6DDC-68A6-A6C1-9C47-B5F1EC31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EDF0A-504D-6530-B206-84C8DCB4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05870-3551-A728-F4B6-ABCB692F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3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BF04C-49A3-39F8-0D1B-8052A2C50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9D55-D53A-77AD-AFF6-8C3EA57C8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7D37D-2FF6-4773-ED74-6BD49C16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025B8-1F92-2039-0CF2-CDFB2D5E4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7D8C-9933-6271-3EC7-D72A6DB61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0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D6B14-1BC2-8B6C-F6DF-7FCC962A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7A862-7902-4EC1-CA66-783D82C62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81FA7-B756-3FB8-3650-FC643A676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F3CF75-C5FC-4F65-800B-D543082CDC76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0CB51-B2CB-980F-9298-E5AFB35EC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F323-BC79-B1DA-0A89-2AEAE0356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1BC64-0B25-49FA-ACAC-11EE536E8E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5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3B7E-0BDB-D64E-3F2F-C6445322F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GLM-HMM Updates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44F723-E96D-3B81-3E3B-162BBE841E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07/02/2025</a:t>
            </a:r>
          </a:p>
        </p:txBody>
      </p:sp>
    </p:spTree>
    <p:extLst>
      <p:ext uri="{BB962C8B-B14F-4D97-AF65-F5344CB8AC3E}">
        <p14:creationId xmlns:p14="http://schemas.microsoft.com/office/powerpoint/2010/main" val="241091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CCB6C3-44F9-9087-7535-FC82B3CF1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8600" y="949111"/>
            <a:ext cx="5789568" cy="454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9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028B4DD-EBC8-1C3F-C803-DC16F4916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8645" y="1110448"/>
            <a:ext cx="7683736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2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C2FA69-CF5A-20CB-8338-54363250F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6486" y="1562463"/>
            <a:ext cx="6139399" cy="41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99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29E8C8-6808-E740-AB9D-8F65B791E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6181" y="613383"/>
            <a:ext cx="6559636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9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GLM-HMM Updates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 Hong</dc:creator>
  <cp:lastModifiedBy>Ye Hong</cp:lastModifiedBy>
  <cp:revision>6</cp:revision>
  <dcterms:created xsi:type="dcterms:W3CDTF">2025-07-02T23:36:43Z</dcterms:created>
  <dcterms:modified xsi:type="dcterms:W3CDTF">2025-07-03T00:37:41Z</dcterms:modified>
</cp:coreProperties>
</file>