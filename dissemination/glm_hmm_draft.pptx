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A124-1A05-785B-1B46-E6C44E535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F594-3D49-E986-5FCD-E73EE1F2A8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7E125E-CDEC-C86F-26C9-4EAEED02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C5D45-C509-74C3-EA98-559872BA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CBC75-57AE-F240-8153-C9847F82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20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4EB27-0F7A-7566-86B4-0CDDE021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AB5CE-26CD-BF6B-2E20-4910B82D4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B827E-6087-0C77-09AE-0E80ACA5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8D6C5-0AED-4E2E-025E-AF9487F61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C05B8-BF8F-2613-C264-3DA183D66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80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3183-213B-E512-9C37-3A8932F72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7CA1A-5332-6D1A-A119-90A89AB32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F6ACC8-CFF0-52FD-8AB4-6AFC907E9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02E60-4ED5-3344-A053-BBB58BB21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F30A9-A3BD-A573-36AE-A305B8D0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838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36C0D-9DE9-1289-02B9-4882F093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F525B-2568-4D80-3279-A0FE2822B0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25EA61-E5D7-FF33-089F-88815DFEA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2FA0A-4D60-55A4-B720-B39167B3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96894-894B-E4D8-643A-B5EF16EEB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485C-AFDA-A845-53BF-00F3D65F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9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BBF11-77B2-66EE-9116-DFEBF287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C603F-475D-FFBD-20EE-A5A54D253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3DD384-2F5C-B08F-7A7E-434E288654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FA394C-7153-D696-5B0E-93DD77E73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6EFB02-7617-B190-A40D-F7D0995578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A59F20-662A-838E-0E9D-B975F6335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B5C35-D340-3206-6442-2750E2094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78053-E957-2448-2900-B11076CE1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4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36554-80FA-57B0-4164-CCA56748D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1DBF12-5EF6-3033-0916-21A6678CE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8E093A-B684-79BB-41D4-BED247F16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FF5B2-C8BC-141C-4A5E-ADC43262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5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EB73B7-A6A7-6171-6DD1-6D667C42A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8FC4D8-CCE7-CB9C-CBB5-3F74367A5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F6987-9933-0D3E-1225-91531A7FE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32DB8-DBF5-378A-0DB0-C547087EB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BFD8A-C067-D725-1A79-5A319177E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160C88-8FC6-692A-A7AE-BD7F892C1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02CEC-2E4B-351D-182B-A70554A8A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F9890-05CD-7E8C-DB5F-46714C0C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CF3D0-C3B6-2419-F1CC-643BEF4D0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314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1C4A3-2BC7-5153-1553-6FBCD432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2AFA8E-C7B6-488E-3654-C3A67E902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E8FA69-3484-4A5D-0D0D-03B3469FB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E34AA0-8A5B-1D99-5705-29A4E0E96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9FEE83-07B3-2A82-38AE-6F1CFC8EC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40CE1-6E7A-08EA-1622-CE253DBF3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008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98ADF-2DA2-5855-A402-21827018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D1BA2F-273A-A111-1B2B-AE17CBABC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6DDC-68A6-A6C1-9C47-B5F1EC31C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8EDF0A-504D-6530-B206-84C8DCB45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05870-3551-A728-F4B6-ABCB692F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931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2BF04C-49A3-39F8-0D1B-8052A2C509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A49D55-D53A-77AD-AFF6-8C3EA57C81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7D37D-2FF6-4773-ED74-6BD49C16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025B8-1F92-2039-0CF2-CDFB2D5E4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D7D8C-9933-6271-3EC7-D72A6DB6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309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8D6B14-1BC2-8B6C-F6DF-7FCC962A3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7A862-7902-4EC1-CA66-783D82C62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81FA7-B756-3FB8-3650-FC643A676E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F3CF75-C5FC-4F65-800B-D543082CDC76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0CB51-B2CB-980F-9298-E5AFB35EC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CF323-BC79-B1DA-0A89-2AEAE0356E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1BC64-0B25-49FA-ACAC-11EE536E8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850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83B7E-0BDB-D64E-3F2F-C6445322F6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GLM-HMM Updates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44F723-E96D-3B81-3E3B-162BBE841E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07/02/2025</a:t>
            </a:r>
          </a:p>
        </p:txBody>
      </p:sp>
    </p:spTree>
    <p:extLst>
      <p:ext uri="{BB962C8B-B14F-4D97-AF65-F5344CB8AC3E}">
        <p14:creationId xmlns:p14="http://schemas.microsoft.com/office/powerpoint/2010/main" val="2410915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0CCB6C3-44F9-9087-7535-FC82B3CF1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8703" y="1158219"/>
            <a:ext cx="5624113" cy="454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993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028B4DD-EBC8-1C3F-C803-DC16F49160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78645" y="1220614"/>
            <a:ext cx="7683736" cy="4504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2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C2FA69-CF5A-20CB-8338-54363250F0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075" y="1125330"/>
            <a:ext cx="6780425" cy="48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999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729E8C8-6808-E740-AB9D-8F65B791E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6181" y="650456"/>
            <a:ext cx="6559636" cy="557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591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3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GLM-HMM Updates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Ye Hong</dc:creator>
  <cp:lastModifiedBy>Vaibhav Thakur</cp:lastModifiedBy>
  <cp:revision>11</cp:revision>
  <dcterms:created xsi:type="dcterms:W3CDTF">2025-07-02T23:36:43Z</dcterms:created>
  <dcterms:modified xsi:type="dcterms:W3CDTF">2025-07-09T01:56:13Z</dcterms:modified>
</cp:coreProperties>
</file>