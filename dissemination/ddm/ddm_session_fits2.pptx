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leak-1_tc-1 — All Sessions Combined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2560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leak-1_tc-1 — Equal Block + Parameters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4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leak-1_tc-1 — Unequal Block + Parameters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4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210126_GP_JP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210205_GP_JP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210210_GP_JP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210211_GP_JP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210217_GP_JP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210224_GP_JP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210302_GP_JP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210305_GP_JP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210311_GP_JP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210312_GP_JP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210315_GP_JP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210316_GP_JP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210317_GP_JP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210318_GP_JP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210323_GP_JP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210413_GP_JP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210524_GP_JP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210525_GP_JP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210528_GP_JP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210601_GP_JP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210602_GP_JP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210603_GP_JP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210608_GP_JP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210609_GP_JP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210708_GP_JP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240625_GP_TZ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240627_GP_TZ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240710_GP_TZ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240805_GP_TZ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240809_GP_TZ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240814_GP_TZ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240828_GP_TZ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240903_GP_TZ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241002_GP_TZ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241129_GP_TZ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241130_GP_TZ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241209_GP_TZ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241211_GP_TZ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98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241216_GP_TZ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98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241217_GP_TZ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1003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241223_GP_TZ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241227_GP_TZ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241230_GP_TZ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250108_GP_TZ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98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/>
              <a:t>Session: 250109_GP_TZ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2920"/>
            <a:ext cx="11612880" cy="50984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56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