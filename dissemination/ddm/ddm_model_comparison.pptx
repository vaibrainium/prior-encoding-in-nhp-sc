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8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/>
              <a:t>leak-1_tc-1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"/>
            <a:ext cx="11612880" cy="25609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7748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/>
              <a:t>leak-0_tc-1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"/>
            <a:ext cx="11612880" cy="25609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7729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/>
              <a:t>leak-1_tc-0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"/>
            <a:ext cx="11612880" cy="25609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7729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/>
              <a:t>leak-0_tc-0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"/>
            <a:ext cx="11612880" cy="25609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7729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457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000" b="1"/>
              <a:t>plain_ddm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457200"/>
            <a:ext cx="11612880" cy="2560966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657600"/>
            <a:ext cx="11612880" cy="127748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